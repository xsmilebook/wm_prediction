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prediction across datasets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correlation from feature_merge_summary_age.csv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18120" y="6583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bold: merged feature &gt; best baseline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201168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3160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GGFC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59490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GWFC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9582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WWFC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3215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GG+GW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6848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GG+WW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0481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GW+WW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41142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GG+GW+WW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883664"/>
            <a:ext cx="2011680" cy="749808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59490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95821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2151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68481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4811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41142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2633472"/>
            <a:ext cx="2011680" cy="749808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3160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59490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95821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32151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68481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04811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0.569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441142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3383280"/>
            <a:ext cx="2011680" cy="749808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23160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59490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95821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32151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68481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04811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441142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1480" y="4133088"/>
            <a:ext cx="2011680" cy="749808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EFNY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23160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59490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95821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32151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68481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04811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441142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11480" y="6355080"/>
            <a:ext cx="11365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HCPD, PNC, CCNP, EFNY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cognition prediction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correlation from feature_merge_summary_cognition.csv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18120" y="6583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bold: merged feature &gt; best baseline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201168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3160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GGFC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59490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GWFC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9582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WWFC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3215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GG+GW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6848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GG+WW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0481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GW+WW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41142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GG+GW+WW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883664"/>
            <a:ext cx="2011680" cy="859536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Crystallized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1883664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59490" y="1883664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95821" y="1883664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2151" y="1883664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68481" y="1883664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4811" y="1883664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41142" y="1883664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2011680" cy="859536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3160" y="2743200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59490" y="2743200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95821" y="2743200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32151" y="2743200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68481" y="2743200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04811" y="2743200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441142" y="2743200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3602736"/>
            <a:ext cx="2011680" cy="859536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23160" y="3602736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59490" y="3602736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95821" y="3602736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32151" y="3602736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0.249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68481" y="3602736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04811" y="3602736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441142" y="3602736"/>
            <a:ext cx="1336330" cy="859536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1480" y="6355080"/>
            <a:ext cx="11365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nihtbx crystallized, fluid, and total composite scores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p-factor prediction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correlation from feature_merge_summary_pfactor.csv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818120" y="6583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bold: merged feature &gt; best baseline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201168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3160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GGFC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59490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GWFC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9582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WWFC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3215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GG+GW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6848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GG+WW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04811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GW+WW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41142" y="1261872"/>
            <a:ext cx="1336330" cy="621792"/>
          </a:xfrm>
          <a:prstGeom prst="[object Object]">
            <a:avLst/>
          </a:prstGeom>
          <a:solidFill>
            <a:srgbClr val="E8EEF9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GG+GW+WW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883664"/>
            <a:ext cx="2011680" cy="749808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59490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-0.007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95821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2151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68481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4811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41142" y="1883664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2633472"/>
            <a:ext cx="2011680" cy="749808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3160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59490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95821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32151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68481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04811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441142" y="2633472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" y="3383280"/>
            <a:ext cx="2011680" cy="749808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23160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59490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95821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32151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68481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0.079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04811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441142" y="3383280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1480" y="4133088"/>
            <a:ext cx="2011680" cy="749808"/>
          </a:xfrm>
          <a:prstGeom prst="[object Object]">
            <a:avLst/>
          </a:prstGeom>
          <a:solidFill>
            <a:srgbClr val="EEF2F8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23160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59490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95821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32151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0.021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68481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104811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441142" y="4133088"/>
            <a:ext cx="1336330" cy="749808"/>
          </a:xfrm>
          <a:prstGeom prst="[object Object]">
            <a:avLst/>
          </a:prstGeom>
          <a:solidFill>
            <a:srgbClr val="FFFFFF"/>
          </a:solidFill>
          <a:ln w="12700">
            <a:solidFill>
              <a:srgbClr val="C9D1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11480" y="6355080"/>
            <a:ext cx="11365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General, Ext, ADHD, Int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WM_prediction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V_merge result tables</dc:title>
  <dc:subject>V_merge correlation tables</dc:subject>
  <dc:creator>OpenAI Codex</dc:creator>
  <cp:lastModifiedBy>OpenAI Codex</cp:lastModifiedBy>
  <cp:revision>1</cp:revision>
  <dcterms:created xsi:type="dcterms:W3CDTF">2026-04-20T07:54:08Z</dcterms:created>
  <dcterms:modified xsi:type="dcterms:W3CDTF">2026-04-20T07:54:08Z</dcterms:modified>
</cp:coreProperties>
</file>